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Metric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94A3B8"/>
                </a:solidFill>
                <a:latin typeface="Calibri"/>
              </a:defRPr>
            </a:pPr>
            <a:r>
              <a:t>Agentic Semantic BI Engine</a:t>
            </a:r>
            <a:br/>
            <a:r>
              <a:t>Enterprise Analytics &amp;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The 'Deluge of Distrust'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Giving an LLM raw access to a data warehouse for 'Text-to-SQL' ends in disaster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AI hallucinates joins, ignores business logic, and generates inconsistent metrics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Revenue figures differ wildly from official financial reports — no single source of truth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Finance and Sales see different numbers for the same KPIs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Business users lose trust in AI-generated insights entirely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Metric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An executive asks: 'Why did our European margins drop last quarter?'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Instead of writing rogue SQL against raw tables, the agent interfaces with a governed Semantic Layer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The Semantic Layer defines the exact mathematical formula for 'margin' and 'quarter'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The LLM acts as an orchestrator — retrieving governed definitions, compiling correct queries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Finance and Sales finally see the exact same numbers — trust is restored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5760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🗨️  Conversational BI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FDBFE"/>
                </a:solidFill>
              </a:defRPr>
            </a:pPr>
            <a:r>
              <a:t>Next.js + Tremor + ECharts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2468880"/>
            <a:ext cx="82296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3017520"/>
            <a:ext cx="5760720" cy="10058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5760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🤖  Agentic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57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9D5FF"/>
                </a:solidFill>
              </a:defRPr>
            </a:pPr>
            <a:r>
              <a:t>LangChain / Llama 3 — NL → Semantic API Calls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69280" y="4114800"/>
            <a:ext cx="82296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4663440"/>
            <a:ext cx="576072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5760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📐  Semantic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0352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AE6FD"/>
                </a:solidFill>
              </a:defRPr>
            </a:pPr>
            <a:r>
              <a:t>Cube.dev / dbt Semantic Layer — Governed Metric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371600"/>
            <a:ext cx="2743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</a:defRPr>
            </a:pPr>
            <a:r>
              <a:t>User asks:</a:t>
            </a:r>
            <a:br/>
            <a:r>
              <a:t>"Why did European</a:t>
            </a:r>
            <a:br/>
            <a:r>
              <a:t>margins drop?"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17520"/>
            <a:ext cx="2743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</a:defRPr>
            </a:pPr>
            <a:r>
              <a:t>Agent translates</a:t>
            </a:r>
            <a:br/>
            <a:r>
              <a:t>NL to semantic</a:t>
            </a:r>
            <a:br/>
            <a:r>
              <a:t>API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663440"/>
            <a:ext cx="2743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</a:defRPr>
            </a:pPr>
            <a:r>
              <a:t>Metrics defined</a:t>
            </a:r>
            <a:br/>
            <a:r>
              <a:t>as code — no</a:t>
            </a:r>
            <a:br/>
            <a:r>
              <a:t>rogue 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017520"/>
            <a:ext cx="256032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2004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🗄️ Data Lakehouse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749039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Snowflake</a:t>
            </a:r>
            <a:br/>
            <a:r>
              <a:t>Databricks</a:t>
            </a:r>
            <a:br/>
            <a:br/>
            <a:r>
              <a:t>Raw Tables</a:t>
            </a:r>
            <a:br/>
            <a:r>
              <a:t>Compute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114800"/>
            <a:ext cx="3657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Module 1: Semantic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Central repository where all business metrics are defined as code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Decouples metric definitions from BI tools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Single source of truth for Revenue, Churn, Margin, LTV, CAC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Version-controlled, testable, and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572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Cube.dev — Headless BI with REST/GraphQL APIs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dbt Semantic Layer — dbt metrics + semantic models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Metric definitions include: formula, dimensions, filters, time grains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Pre-aggregations and caching for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Module 2: Agentic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Core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Translates natural language into semantic API calls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Never generates raw SQL against warehouse tables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Retrieves metric definitions from the Semantic Layer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Compiles multi-step analytical explanations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Validates query intent against governed schemas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572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LangChain — Agent framework with tool-calling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Llama 3 / GPT-4 — LLM for reasoning and orchestration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ReAct pattern: Reason → Act → Observe → Repeat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Tool registry: metric_lookup, dimension_query, time_filter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Module 3: Data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Role in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Underlying storage and compute engine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Serves analytical queries from the Semantic Layer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Raw tables + curated models = clean data pipeline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Elastic compute for ad-hoc and scheduled workloads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572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Snowflake — Elastic cloud data warehouse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Databricks — Lakehouse with Delta Lake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Separation of storage and compute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Integration with dbt/Cube for transformation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Module 4: Conversational BI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Natural language chat interface for executives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Renders text explanations alongside interactive charts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Multi-step analytical narratives with drill-down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Context-aware follow-up questions supported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572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Next.js — React framework for the frontend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Tremor — Tailwind-based dashboard components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ECharts / Recharts — Interactive visualizations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WebSocket streaming for real-time agent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 Case Walkthrough: European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User Query: 'Why did our European margins drop last quarter?'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Step 1: Agent parses intent — metric='margin', dimension='Europe', time='last quarter'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Step 2: Agent queries Semantic Layer for 'margin' definition: (Revenue - COGS) / Revenue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Step 3: Agent compiles semantic API call with filters: region=Europe, time=Q2 2024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Step 4: Semantic Layer executes optimized query against Data Lakehouse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Step 5: Agent receives results, generates narrative + interactive ECharts visualization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Result: Executive sees exact numbers Finance uses — trust established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Single Source of Truth — One governed definition for every metric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Trust &amp; Compliance — No rogue SQL; all queries are auditable and reproducible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Self-Service Analytics — Executives ask questions in plain English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AI Safety — Semantic Layer acts as a guardrail against hallucination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Performance — Pre-aggregations and caching reduce query latency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Tool Agnostic — Metrics work across BI tools, notebooks, and 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Metric Mind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Traditional Text-to-SQL: LLM → Raw SQL → Inconsistent Results → Distrust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Metric Mind: LLM → Semantic API → Governed Metrics → Consistent Results → Trust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The Semantic Layer is the critical abstraction that makes AI safe for enterprise analytics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Agentic orchestration adds reasoning, validation, and narrative generation</a:t>
            </a:r>
          </a:p>
          <a:p>
            <a:pPr>
              <a:spcAft>
                <a:spcPts val="18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▸  Result: AI becomes a trusted analyst, not a reckless query generator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Metric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94A3B8"/>
                </a:solidFill>
                <a:latin typeface="Calibri"/>
              </a:defRPr>
            </a:pPr>
            <a:r>
              <a:t>Governed Metrics. Trusted AI.</a:t>
            </a:r>
            <a:br/>
            <a:r>
              <a:t>Enterprise Analytics Reimagined.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